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17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1463040" cy="1463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CSA 0404 - Operating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KAVINILAVU 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053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192565038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— 5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System — OS Type &amp;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thousands of simultaneous transactions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Suitable Types of OS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9032" y="2551176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 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9032" y="2935224"/>
            <a:ext cx="4224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multiple CPUs/cores to execute many transactions in parallel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99032" y="3465576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Time-Sharing 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9032" y="3849624"/>
            <a:ext cx="4224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thousands of concurrent bank clients / ATM / branch terminals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9032" y="4379976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OS (clustered)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9032" y="4764024"/>
            <a:ext cx="4224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servers across data centres for load balancing &amp; failover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5349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99032" y="5294376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(soft) constraints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9032" y="5678424"/>
            <a:ext cx="4224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transactions are processed within acceptable response time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1920240"/>
            <a:ext cx="5577840" cy="4206240"/>
          </a:xfrm>
          <a:prstGeom prst="roundRect">
            <a:avLst>
              <a:gd name="adj" fmla="val 130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Structure Used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4652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/ Layered Microkernel Architecture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297180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isolates hardware control, kernel services and application layers for security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model: ATMs / teller apps act as clients sending requests to bank servers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Microkernel-style separation keeps core (scheduling, memory, IPC) minimal — improves fault isolation &amp; reliability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layer manages database transactions, ensuring ACID properties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System Calls in Transaction 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are the interface through which a banking application requests kernel services — file, process, memory &amp; communication — while guaranteeing atomicity and security of every transaction.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7340" y="2971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5773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Control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fork()/exec() to spawn a handler process per transaction request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to synchronise parent-child completion of a transfer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198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9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42900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Management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74720" y="41148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open(), read(), write(), close() on account/ledger database files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lock() to prevent concurrent overwrites of the same account record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6620" y="2971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2466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26364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Management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09360" y="41148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ioctl()/read()/write() for ATM card readers, printers, network cards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274320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8126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812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09828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&amp; Comm.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144000" y="41148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getpid(), time() to timestamp &amp; log each transaction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send()/recv() (sockets) for inter-bank/server communication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Server — Resource Management Functions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environment supporting file sharing &amp; device access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2199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Management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54880" y="20574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multiple users' processes fairly (CFS scheduler)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process creation, priorities &amp; context switching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319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371600" y="313639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Management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54880" y="31546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&amp; paging isolate each user's address space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one user's process from corrupting another's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4165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416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371600" y="423367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System Management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754880" y="42519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directory hierarchy, permissions (rwx) &amp; ownership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controlled file sharing between users/groups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25780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13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513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371600" y="533095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Management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754880" y="53492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drivers abstract printers, disks, USB &amp; network devices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Spooling &amp; buffering coordinate access by many users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/ Device System Calls &amp; Kernel Interaction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57784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&amp; Device System Calls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 / close()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560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or release a file/device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read() / write()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318211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data between process &amp; file/device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80390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chmod() / chown()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8039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permissions &amp; ownership for sharing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256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ioctl()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442569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control commands to a device driver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0474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mount() / unmount()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5047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Attach/detach shared file systems (NFS)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874520"/>
            <a:ext cx="5394960" cy="4251960"/>
          </a:xfrm>
          <a:prstGeom prst="roundRect">
            <a:avLst>
              <a:gd name="adj" fmla="val 129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Process ↔ Kernel Interaction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949440" y="265176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6517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Process (User Mode)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9440" y="33101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(trap / interrupt)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89720" y="3246120"/>
            <a:ext cx="0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49440" y="379476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37947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Mode — validates &amp; executes request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44531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switch back to user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89720" y="4389120"/>
            <a:ext cx="0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0" y="493776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49377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 to User Process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29400" y="5669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for a shared resource is mediated by the kernel, ensuring protection &amp; consistency.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Signal Control — Real-Time Embedded 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of OS &amp; Justification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Operating System (RTOS) — Hard Real-Time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switching must occur within a strict, predictable deadline — a missed deadline can cause accidents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priority-based scheduling guarantees worst-case response time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overhead — lightweight kernel with fast interrupt handling for sensors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reliability &amp; continuous 24×7 operation with fault recovery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577840" cy="4526280"/>
          </a:xfrm>
          <a:prstGeom prst="roundRect">
            <a:avLst>
              <a:gd name="adj" fmla="val 121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Structure &amp; Components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2128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Structure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fast kernel with only essential services — scheduler, ISR handler, IPC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3227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preemptive scheduler (e.g. Rate-Monotonic / EDF)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37307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Service Routines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9867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vehicle/pedestrian sensor signals instantly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44897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Inter-task Communication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474573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Semaphores, message queues sync signal-timing tasks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52486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&amp; Clock Module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55046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precise phase durations (red/amber/green)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Calls for Process Control &amp; Timing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463040" y="1865376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/ Task Control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63440" y="1865376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task_create() — spawn a task per signal phase / sensor monitor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task_priority_set() — assign priority (pedestrian override &gt; normal cycle)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task_suspend()/resume() — pause a phase task when not needed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730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463040" y="3401568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System Calls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63440" y="3401568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delay()/sleep() — hold a signal phase for its exact duration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timer_create()/timer_start() — schedule periodic phase changes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get_time() — read system clock for logging &amp; synchronisation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809744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526694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66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463040" y="49377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 &amp; Synchronisation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63440" y="49377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handlers triggered by sensor interrupts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semaphore_wait()/signal() — coordinate shared signal-state access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message_queue_send()/receive() — pass events between tasks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Computing — Type &amp;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operating across multiple locations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Type: Distributed Operating System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sharing — files, printers &amp; compute power shared transparently across sites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— users see one unified system, unaware of physical location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— multiple processes on different nodes execute simultaneously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new nodes/locations can be added without redesign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— failure of one node does not stop the whole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577840" cy="4206240"/>
          </a:xfrm>
          <a:prstGeom prst="roundRect">
            <a:avLst>
              <a:gd name="adj" fmla="val 130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Client–Server / Peer-to-Peer Nodes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5240" y="3429000"/>
            <a:ext cx="1600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3429000"/>
            <a:ext cx="914400" cy="11430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0" y="3429000"/>
            <a:ext cx="0" cy="11430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30175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0175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35440" y="30175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30175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45720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4572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5532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runs its own local OS instance + a distributed-OS layer that coordinates resource access, communication and consistency across sites.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Calls for Communication &amp; Coordination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21488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 / Messaging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socket(), bind(), connect() — establish inter-node links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/ recv() — exchange data between distributed processes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7432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198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42900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Procedure Calls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rpc_call() — invoke a procedure on a remote node transparently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remote resource access (files, databases, services)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7432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6620" y="21488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2466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&amp; Sync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3832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/ mutex calls — avoid race conditions across nodes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/ clock-sync calls — maintain consistency (e.g. Lamport clocks)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920240"/>
            <a:ext cx="27432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8126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812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909828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Migration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33832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fork()/exec() variants — launch processes on remote nodes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checkpoint()/migrate() — move a running task between sites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OS Functions &amp; Their Importance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591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Scheduling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075688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process runs on the CPU &amp; for how long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Maximises CPU utilisation, throughput &amp; fairness among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7581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58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463040" y="3456432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Management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&amp; tracks RAM among running processes (paging/segmentation)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isolation and protection between processes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64024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515721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57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463040" y="485546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 Management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4873752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data transfer between processes &amp; devices via drivers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buffering, caching &amp; spooling to improve efficiency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Interaction &amp; System Call Examples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memory and I/O management do not work in isolation — the scheduler picks a process, memory management supplies it space, and I/O management services its device requests, all coordinated by the kernel.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43200"/>
            <a:ext cx="109728" cy="9601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7432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fork(), exec(), wait(), exit(), nice()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40480"/>
            <a:ext cx="109728" cy="9601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Management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384048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malloc()/brk(), mmap(), free()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937760"/>
            <a:ext cx="109728" cy="9601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377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 Management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493776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open(), read(), write(), close(), ioctl()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functions ensure a modern OS runs multiple applications efficiently, safely and responsively.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KAVINILAVU S  |  192565038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1267</Words>
  <Application>Microsoft Office PowerPoint</Application>
  <PresentationFormat>Widescreen</PresentationFormat>
  <Paragraphs>210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Kavinilavu Selladurai</cp:lastModifiedBy>
  <cp:revision>2</cp:revision>
  <dcterms:created xsi:type="dcterms:W3CDTF">2026-07-20T12:49:21Z</dcterms:created>
  <dcterms:modified xsi:type="dcterms:W3CDTF">2026-07-22T02:47:34Z</dcterms:modified>
</cp:coreProperties>
</file>